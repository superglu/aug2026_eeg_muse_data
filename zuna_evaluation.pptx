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6afb0737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f6afb0737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6afb073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6afb073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6afb0737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6afb0737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6afb0737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6afb0737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6b0551133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6b0551133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6b0551133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6b0551133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6b0551133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6b0551133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6b0551133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6b0551133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6b0551133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6b0551133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6b0551133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6b0551133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6b0551133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6b0551133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6b0551133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6b0551133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6afb0737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6afb0737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6b0551133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6b0551133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6b0551133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6b0551133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6b0551133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6b0551133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6b0551133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6b0551133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/>
        </p:nvSpPr>
        <p:spPr>
          <a:xfrm>
            <a:off x="730600" y="681675"/>
            <a:ext cx="7690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Data: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4 subjects, 60 sec each of eyes closed (label 1) + 60 sec of eyes open (label 0), 4 channel data collected via Muse 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767025" y="812800"/>
            <a:ext cx="77088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raw: untouched original 4-channel signal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denoised: same 4 channels, but ZUNA regenerates the entire signal (all 4 channels masked in full, reconstructed from scratch)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chemeClr val="dk2"/>
                </a:solidFill>
              </a:rPr>
              <a:t>zuna.reconstruct_fif(..., repair_channels=[TP9,AF7,AF8,TP10])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- All 4 real channels are masked in full, so there's no "untouched" region left full_reconstruction and hybrid end up nearly identical.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upsampled: real 4 channels kept untouched, plus 4 new ZUNA-hallucinated occipital/posterior channels (O1, O2, Oz, Pz) added on top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- only the 4 new hallucinated channels are masked, the real 4 are never touched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000">
                <a:solidFill>
                  <a:schemeClr val="dk2"/>
                </a:solidFill>
              </a:rPr>
              <a:t>zuna.reconstruct_fif(..., target_channel_count=[O1,O2,Oz,Pz])</a:t>
            </a:r>
            <a:br>
              <a:rPr lang="en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/>
        </p:nvSpPr>
        <p:spPr>
          <a:xfrm>
            <a:off x="346950" y="264550"/>
            <a:ext cx="845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60-second recording —--&gt; segment_sec=5.0 processing chunks —-&gt; finer tokens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55200"/>
            <a:ext cx="8839204" cy="314206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 txBox="1"/>
          <p:nvPr/>
        </p:nvSpPr>
        <p:spPr>
          <a:xfrm>
            <a:off x="979325" y="4436600"/>
            <a:ext cx="450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—-&gt; denoised/upsampled 60s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203200" y="164150"/>
            <a:ext cx="860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full_reconstruction: model output for every channel/timepoint, even ones that weren't masked.</a:t>
            </a:r>
            <a:endParaRPr/>
          </a:p>
        </p:txBody>
      </p:sp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34275"/>
            <a:ext cx="8839204" cy="308163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 txBox="1"/>
          <p:nvPr/>
        </p:nvSpPr>
        <p:spPr>
          <a:xfrm>
            <a:off x="375600" y="718075"/>
            <a:ext cx="419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37025"/>
            <a:ext cx="8839204" cy="3103217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/>
          <p:nvPr/>
        </p:nvSpPr>
        <p:spPr>
          <a:xfrm>
            <a:off x="375600" y="718075"/>
            <a:ext cx="419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EC Denoised: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00" y="490725"/>
            <a:ext cx="6654249" cy="465277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9"/>
          <p:cNvSpPr txBox="1"/>
          <p:nvPr/>
        </p:nvSpPr>
        <p:spPr>
          <a:xfrm>
            <a:off x="271625" y="106100"/>
            <a:ext cx="419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EC Upsampled: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06775"/>
            <a:ext cx="8839204" cy="308163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0"/>
          <p:cNvSpPr txBox="1"/>
          <p:nvPr/>
        </p:nvSpPr>
        <p:spPr>
          <a:xfrm>
            <a:off x="247700" y="4516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EO Raw: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28650"/>
            <a:ext cx="8839204" cy="310321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1"/>
          <p:cNvSpPr txBox="1"/>
          <p:nvPr/>
        </p:nvSpPr>
        <p:spPr>
          <a:xfrm>
            <a:off x="0" y="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EO denoised: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325" y="461700"/>
            <a:ext cx="6341949" cy="4434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2"/>
          <p:cNvSpPr txBox="1"/>
          <p:nvPr/>
        </p:nvSpPr>
        <p:spPr>
          <a:xfrm>
            <a:off x="264325" y="364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EO upsampled: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64514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64514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64514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807226" cy="437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/>
        </p:nvSpPr>
        <p:spPr>
          <a:xfrm>
            <a:off x="0" y="0"/>
            <a:ext cx="8968200" cy="47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4 subjects × 2 conditions (EC/EO)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    │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    ▼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60s each, each 60s recording into 30 non-overlapping 2s windows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    │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    ▼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per window, per channel: Welch PSD → mean power in 8-13Hz → log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    │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    ▼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8 recordings × 30 windows = 240 window-rows per branch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(4 channel-columns for raw/denoised, 8 for upsampled)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    │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    ▼  classify.py, per branch, pivot to wide: rows = (recording, window), columns = channel → feature matrix X, label y = condition (EC=1 / EO=0), group  = recording id (8 groups: 4 subjects × 2 conditions)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    │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    ▼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GroupKFold(n_splits=5) — folds split by recording, never mixing windows from the same recording across train/test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    │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    ▼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LogisticRegression fit per fold → accuracy per fold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    │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    ▼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mean_acc, std_acc reported — ONE number pair per branch</a:t>
            </a:r>
            <a:endParaRPr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/>
          <p:nvPr/>
        </p:nvSpPr>
        <p:spPr>
          <a:xfrm>
            <a:off x="650475" y="499525"/>
            <a:ext cx="72624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Metrics: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spectral_check : per branch × channel: EC_minus_EO_db, the mean log-alpha-power difference between EC and EO, converted to dB. This is the sanity check: does the classic "more alpha with eyes closed" effect survive in this branch?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classify : per branch: mean_acc / std_acc from GroupKFold cross-validated logistic regression predicting EC vs EO from per-epoch alpha features, plus n_epochs. This is the real question: is EO/EC still decodable after ZUNA touched the data?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 txBox="1"/>
          <p:nvPr/>
        </p:nvSpPr>
        <p:spPr>
          <a:xfrm>
            <a:off x="383025" y="812950"/>
            <a:ext cx="7756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Spectral check: the alpha-suppression effect holds up everywhere, including on hallucinated channels: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branch	real channels (EC−EO dB)			hallucinated channels (EC−EO dB)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raw		1.9 – 6.1						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denoised	3.9 (compressed, uniform across all 4)	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upsampled	1.9 – 6.0 (matches raw almost exactly)	O1/O2/Oz/Pz: 0.7 – 3.2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direction is positive everywhere (eyes-closed → more alpha), and upsampling didn't distort the real channels at all versus raw.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/>
          <p:nvPr/>
        </p:nvSpPr>
        <p:spPr>
          <a:xfrm>
            <a:off x="797325" y="1360125"/>
            <a:ext cx="5786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accuracy: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branch		mean_acc	std_acc	n_epochs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denoised		0.580		0.398		240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raw			0.443		0.274		240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upsampled	0.453	0.279	24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